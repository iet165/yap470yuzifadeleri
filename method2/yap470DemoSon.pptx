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  <p:sldId id="261" r:id="rId6"/>
    <p:sldId id="263" r:id="rId7"/>
    <p:sldId id="264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606" y="-2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0CBF-2660-8F45-229E-B867EB402C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BC0A55-40DE-BBBD-BFE9-199EEE007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AD8EF-FECF-4FFC-10C1-1C83401FF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12DB5-7D94-3DFB-41E5-89E2E8EE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5A88E1-166E-CA8D-8DCB-17A079C07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070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D08D-98BF-5158-13FB-C547CF41D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C0C65-7FC5-93BA-0016-998A17D48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52BB70-26AE-5738-A4C2-A9CE05080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AEF95-24D6-748C-9363-CE02DB69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DFCB3-A924-F6D7-6F48-B23791D08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657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A3AAD-44DA-EC09-C3CD-DD896F703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5AA8F-09C8-0C2C-7D51-1C4A65EF8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A8A1E-18F3-776B-8185-03C2C7267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49C4D-ED59-67A6-B2C9-13F2C46A2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DF606-241A-E8E8-387A-CFD1261F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3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4B8C2-74F7-48DC-006E-38366E3AF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0B339-A7C7-F160-082D-4FD163F34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C0FEB1-11A4-8183-458A-D7D74639D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994A9-277F-7B09-7FD6-07861F4DD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5E61F-7BAE-DF00-C83B-A86C0342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642016-B9A3-1F1B-9BE3-375F1300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8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0709D-89D4-45F2-5007-325DDAC2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1AC55A-36C3-BDF2-00CE-EFD6FB34C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1EEE3-6F3D-B320-372C-E62EB092D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AF71B8-994A-11E5-EA30-C14163BBDC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2FD4CC2-73E5-E433-C4FC-E303C04D9B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8195F6-8273-973D-C78F-EE61531CF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9EA673-7E38-8905-081D-D01BAFE9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A82BCE-7148-D59A-4236-63357309E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446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F9D94-0ED4-E420-5D30-03B57F333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720B7-1A77-3437-0E70-17E08040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B3B42-6E05-ED47-2E78-B0FAD7A04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DF5FCD-1917-96BD-8A9F-810F6DAD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000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D441BD-5AB0-3D3C-A3D8-4EBC24A48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50234F-6198-87D4-2C14-8C462F0D0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DC1AC1-980D-88FD-742C-3E860BD0F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066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DBFC-724E-D41B-CDF8-2DEE111E4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DD3C7-453A-5A5B-0218-C1C21A5DF9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9E5D9C-933A-4805-8CF6-3F378F0EF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F7072-4580-AD82-D850-70CC1FF5F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9A9F06-7176-8696-939D-F5050EFF4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7A871-8AAA-93D9-244F-FD17F458F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80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914E4-E82C-900B-7454-3B2612E81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BD0C5F-0100-0F6A-DB8B-EBD6337BF4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7889E0-6BC4-CE75-F806-771D2FD90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94436-7E49-20C1-0582-F6A692ED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CFD252-5E57-99E0-AA64-A2324149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6FBE6E-6BE7-1763-F0AF-525566DA1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343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BFE2-678F-3E09-DDAE-5F25EDC2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9EA0C6-A355-F78A-EB58-F3AC8563A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77CB20-90EB-E88E-578D-FC83F5841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08D3A-0022-81BE-6185-9755C88C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5FADA9-DEFA-0DC6-888C-DE419CFC9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28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96D7ED-A674-E4BB-F3A1-2B3B5B491F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F1396C-DCD3-3907-57F4-5081CC8C0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3D7841-5728-EF9D-1FAD-93726BB6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C29DD-66EA-A5F2-469B-FB5225BC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933D06-95F8-A375-61C7-AE334DBA0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6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CF2E8C-E2A1-7473-3E56-579687F1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F23C5-307D-E012-ABEE-94684479E8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4081D-C54A-3E55-22BC-8257F58A05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DB449B-9680-4F7A-AA88-96342406239D}" type="datetimeFigureOut">
              <a:rPr lang="en-US" smtClean="0"/>
              <a:t>7/30/2025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C27686-2086-04A9-F3EC-9F01F1E5F8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EE32-DFD4-AC19-A3A1-3226E04FD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AF3E85-9352-4296-AC5C-E5ED74FDC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68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32AF-52A4-980C-6613-E8AC42378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05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Yüz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İfadelerinin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Sınıflandırılması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Gerçek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Zamanlı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Tahmini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3E5578-EA9D-5111-6EDB-93D1DAE300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İlbey Efe Taşabatlı</a:t>
            </a:r>
          </a:p>
          <a:p>
            <a:r>
              <a:rPr lang="en-US" dirty="0">
                <a:solidFill>
                  <a:srgbClr val="FF0000"/>
                </a:solidFill>
              </a:rPr>
              <a:t>221101026</a:t>
            </a:r>
          </a:p>
        </p:txBody>
      </p:sp>
    </p:spTree>
    <p:extLst>
      <p:ext uri="{BB962C8B-B14F-4D97-AF65-F5344CB8AC3E}">
        <p14:creationId xmlns:p14="http://schemas.microsoft.com/office/powerpoint/2010/main" val="2175561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46719-39D6-E18C-9A81-B2FDC1729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Proje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Amacı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3F058-0B1B-2A8F-7E6E-7D37DFD45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7295" y="2971542"/>
            <a:ext cx="10515600" cy="4351338"/>
          </a:xfrm>
        </p:spPr>
        <p:txBody>
          <a:bodyPr/>
          <a:lstStyle/>
          <a:p>
            <a:r>
              <a:rPr lang="en-US" dirty="0"/>
              <a:t>Bu </a:t>
            </a:r>
            <a:r>
              <a:rPr lang="en-US" dirty="0" err="1"/>
              <a:t>projenin</a:t>
            </a:r>
            <a:r>
              <a:rPr lang="en-US" dirty="0"/>
              <a:t> </a:t>
            </a:r>
            <a:r>
              <a:rPr lang="en-US" dirty="0" err="1"/>
              <a:t>temel</a:t>
            </a:r>
            <a:r>
              <a:rPr lang="en-US" dirty="0"/>
              <a:t> </a:t>
            </a:r>
            <a:r>
              <a:rPr lang="en-US" dirty="0" err="1"/>
              <a:t>amacı</a:t>
            </a:r>
            <a:r>
              <a:rPr lang="en-US" dirty="0"/>
              <a:t>, </a:t>
            </a:r>
            <a:r>
              <a:rPr lang="en-US" dirty="0" err="1"/>
              <a:t>insan</a:t>
            </a:r>
            <a:r>
              <a:rPr lang="en-US" dirty="0"/>
              <a:t> </a:t>
            </a:r>
            <a:r>
              <a:rPr lang="en-US" dirty="0" err="1"/>
              <a:t>yüzü</a:t>
            </a:r>
            <a:r>
              <a:rPr lang="en-US" dirty="0"/>
              <a:t> </a:t>
            </a:r>
            <a:r>
              <a:rPr lang="en-US" dirty="0" err="1"/>
              <a:t>ifadelerini</a:t>
            </a:r>
            <a:r>
              <a:rPr lang="en-US" dirty="0"/>
              <a:t> </a:t>
            </a:r>
            <a:r>
              <a:rPr lang="en-US" dirty="0" err="1"/>
              <a:t>otomatik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sınıflandırabilen</a:t>
            </a:r>
            <a:r>
              <a:rPr lang="en-US" dirty="0"/>
              <a:t> ;</a:t>
            </a:r>
            <a:r>
              <a:rPr lang="en-US" dirty="0" err="1"/>
              <a:t>verimli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yorumlanabilir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geliştirmektir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5730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4DF0-A7A1-6435-1321-79D8F0A9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Kullanılan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Datasetler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424E4-B6CA-9BD3-6B22-C2CC76EC48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FANE: Facial Expressions &amp; Emotion Dataset (Mixed Color)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Facial Emotion Recognition Image Dataset (RGB)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128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61E82-DB99-DC70-DCD1-FDBAE9092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1. </a:t>
            </a:r>
            <a:r>
              <a:rPr lang="en-US" dirty="0" err="1">
                <a:solidFill>
                  <a:srgbClr val="FF0000"/>
                </a:solidFill>
              </a:rPr>
              <a:t>Yöntem</a:t>
            </a:r>
            <a:r>
              <a:rPr lang="en-US" dirty="0">
                <a:solidFill>
                  <a:srgbClr val="FF0000"/>
                </a:solidFill>
              </a:rPr>
              <a:t> (CNN)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6B273-EC33-AB1D-1A04-B9E1A7CB7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Veri </a:t>
            </a:r>
            <a:r>
              <a:rPr lang="en-US" b="1" dirty="0" err="1"/>
              <a:t>Analizi</a:t>
            </a:r>
            <a:r>
              <a:rPr lang="en-US" b="1" dirty="0"/>
              <a:t>:</a:t>
            </a:r>
            <a:r>
              <a:rPr lang="en-US" dirty="0"/>
              <a:t> Veri </a:t>
            </a:r>
            <a:r>
              <a:rPr lang="en-US" dirty="0" err="1"/>
              <a:t>setinde</a:t>
            </a:r>
            <a:r>
              <a:rPr lang="en-US" dirty="0"/>
              <a:t> </a:t>
            </a:r>
            <a:r>
              <a:rPr lang="en-US" dirty="0" err="1"/>
              <a:t>sınıflar</a:t>
            </a:r>
            <a:r>
              <a:rPr lang="en-US" dirty="0"/>
              <a:t> </a:t>
            </a:r>
            <a:r>
              <a:rPr lang="en-US" dirty="0" err="1"/>
              <a:t>arası</a:t>
            </a:r>
            <a:r>
              <a:rPr lang="en-US" dirty="0"/>
              <a:t> </a:t>
            </a:r>
            <a:r>
              <a:rPr lang="en-US" dirty="0" err="1"/>
              <a:t>parlaklık</a:t>
            </a:r>
            <a:r>
              <a:rPr lang="en-US" dirty="0"/>
              <a:t> </a:t>
            </a:r>
            <a:r>
              <a:rPr lang="en-US" dirty="0" err="1"/>
              <a:t>farklılıkları</a:t>
            </a:r>
            <a:r>
              <a:rPr lang="en-US" dirty="0"/>
              <a:t> </a:t>
            </a:r>
            <a:r>
              <a:rPr lang="en-US" dirty="0" err="1"/>
              <a:t>gibi</a:t>
            </a:r>
            <a:r>
              <a:rPr lang="en-US" dirty="0"/>
              <a:t> </a:t>
            </a:r>
            <a:r>
              <a:rPr lang="en-US" dirty="0" err="1"/>
              <a:t>yanlılıklar</a:t>
            </a:r>
            <a:r>
              <a:rPr lang="en-US" dirty="0"/>
              <a:t> </a:t>
            </a:r>
            <a:r>
              <a:rPr lang="en-US" dirty="0" err="1"/>
              <a:t>bulundu</a:t>
            </a:r>
            <a:r>
              <a:rPr lang="en-US" dirty="0"/>
              <a:t>.</a:t>
            </a:r>
          </a:p>
          <a:p>
            <a:r>
              <a:rPr lang="en-US" b="1" dirty="0"/>
              <a:t>Veri </a:t>
            </a:r>
            <a:r>
              <a:rPr lang="en-US" b="1" dirty="0" err="1"/>
              <a:t>Akışı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ImageDataGenerator</a:t>
            </a:r>
            <a:r>
              <a:rPr lang="en-US" dirty="0"/>
              <a:t> </a:t>
            </a:r>
            <a:r>
              <a:rPr lang="en-US" dirty="0" err="1"/>
              <a:t>kullanılarak</a:t>
            </a:r>
            <a:r>
              <a:rPr lang="en-US" dirty="0"/>
              <a:t>, 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verisini</a:t>
            </a:r>
            <a:r>
              <a:rPr lang="en-US" dirty="0"/>
              <a:t> </a:t>
            </a:r>
            <a:r>
              <a:rPr lang="en-US" dirty="0" err="1"/>
              <a:t>anlık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</a:t>
            </a:r>
            <a:r>
              <a:rPr lang="en-US" dirty="0" err="1"/>
              <a:t>çoğaltan</a:t>
            </a:r>
            <a:r>
              <a:rPr lang="en-US" dirty="0"/>
              <a:t> (augmentation)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belleğe</a:t>
            </a:r>
            <a:r>
              <a:rPr lang="en-US" dirty="0"/>
              <a:t> </a:t>
            </a:r>
            <a:r>
              <a:rPr lang="en-US" dirty="0" err="1"/>
              <a:t>yığınlar</a:t>
            </a:r>
            <a:r>
              <a:rPr lang="en-US" dirty="0"/>
              <a:t> </a:t>
            </a:r>
            <a:r>
              <a:rPr lang="en-US" dirty="0" err="1"/>
              <a:t>halinde</a:t>
            </a:r>
            <a:r>
              <a:rPr lang="en-US" dirty="0"/>
              <a:t> </a:t>
            </a:r>
            <a:r>
              <a:rPr lang="en-US" dirty="0" err="1"/>
              <a:t>yükleyen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pipeline'ı</a:t>
            </a:r>
            <a:r>
              <a:rPr lang="en-US" dirty="0"/>
              <a:t> </a:t>
            </a:r>
            <a:r>
              <a:rPr lang="en-US" dirty="0" err="1"/>
              <a:t>kuruldu</a:t>
            </a:r>
            <a:r>
              <a:rPr lang="en-US" dirty="0"/>
              <a:t>.</a:t>
            </a:r>
          </a:p>
          <a:p>
            <a:r>
              <a:rPr lang="en-US" b="1" dirty="0"/>
              <a:t>Model </a:t>
            </a:r>
            <a:r>
              <a:rPr lang="en-US" b="1" dirty="0" err="1"/>
              <a:t>İnşası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Sıfırdan</a:t>
            </a:r>
            <a:r>
              <a:rPr lang="en-US" dirty="0"/>
              <a:t>, </a:t>
            </a:r>
            <a:r>
              <a:rPr lang="en-US" dirty="0" err="1"/>
              <a:t>Evrişimli</a:t>
            </a:r>
            <a:r>
              <a:rPr lang="en-US" dirty="0"/>
              <a:t> </a:t>
            </a:r>
            <a:r>
              <a:rPr lang="en-US" dirty="0" err="1"/>
              <a:t>Sinir</a:t>
            </a:r>
            <a:r>
              <a:rPr lang="en-US" dirty="0"/>
              <a:t> </a:t>
            </a:r>
            <a:r>
              <a:rPr lang="en-US" dirty="0" err="1"/>
              <a:t>Ağı</a:t>
            </a:r>
            <a:r>
              <a:rPr lang="en-US" dirty="0"/>
              <a:t> (CNN) </a:t>
            </a:r>
            <a:r>
              <a:rPr lang="en-US" dirty="0" err="1"/>
              <a:t>mimarisi</a:t>
            </a:r>
            <a:r>
              <a:rPr lang="en-US" dirty="0"/>
              <a:t> </a:t>
            </a:r>
            <a:r>
              <a:rPr lang="en-US" dirty="0" err="1"/>
              <a:t>tasarlandı</a:t>
            </a:r>
            <a:r>
              <a:rPr lang="en-US" dirty="0"/>
              <a:t>.</a:t>
            </a:r>
          </a:p>
          <a:p>
            <a:r>
              <a:rPr lang="en-US" b="1" dirty="0"/>
              <a:t>Model </a:t>
            </a:r>
            <a:r>
              <a:rPr lang="en-US" b="1" dirty="0" err="1"/>
              <a:t>Eğitimi</a:t>
            </a:r>
            <a:r>
              <a:rPr lang="en-US" b="1" dirty="0"/>
              <a:t>:</a:t>
            </a:r>
            <a:r>
              <a:rPr lang="en-US" dirty="0"/>
              <a:t> Model, </a:t>
            </a:r>
            <a:r>
              <a:rPr lang="en-US" dirty="0" err="1"/>
              <a:t>EarlyStopping</a:t>
            </a:r>
            <a:r>
              <a:rPr lang="en-US" dirty="0"/>
              <a:t> </a:t>
            </a:r>
            <a:r>
              <a:rPr lang="en-US" dirty="0" err="1"/>
              <a:t>ve</a:t>
            </a:r>
            <a:r>
              <a:rPr lang="en-US" dirty="0"/>
              <a:t> </a:t>
            </a:r>
            <a:r>
              <a:rPr lang="en-US" dirty="0" err="1"/>
              <a:t>ModelCheckpoint</a:t>
            </a:r>
            <a:r>
              <a:rPr lang="en-US" dirty="0"/>
              <a:t> </a:t>
            </a:r>
            <a:r>
              <a:rPr lang="en-US" dirty="0" err="1"/>
              <a:t>kullanılarak</a:t>
            </a:r>
            <a:r>
              <a:rPr lang="en-US" dirty="0"/>
              <a:t>, </a:t>
            </a:r>
            <a:r>
              <a:rPr lang="en-US" dirty="0" err="1"/>
              <a:t>aşırı</a:t>
            </a:r>
            <a:r>
              <a:rPr lang="en-US" dirty="0"/>
              <a:t> </a:t>
            </a:r>
            <a:r>
              <a:rPr lang="en-US" dirty="0" err="1"/>
              <a:t>öğrenme</a:t>
            </a:r>
            <a:r>
              <a:rPr lang="en-US" dirty="0"/>
              <a:t> </a:t>
            </a:r>
            <a:r>
              <a:rPr lang="en-US" dirty="0" err="1"/>
              <a:t>kontrol</a:t>
            </a:r>
            <a:r>
              <a:rPr lang="en-US" dirty="0"/>
              <a:t> </a:t>
            </a:r>
            <a:r>
              <a:rPr lang="en-US" dirty="0" err="1"/>
              <a:t>edilerek</a:t>
            </a:r>
            <a:r>
              <a:rPr lang="en-US" dirty="0"/>
              <a:t> </a:t>
            </a:r>
            <a:r>
              <a:rPr lang="en-US" dirty="0" err="1"/>
              <a:t>eğitildi</a:t>
            </a:r>
            <a:r>
              <a:rPr lang="en-US" dirty="0"/>
              <a:t>.</a:t>
            </a:r>
          </a:p>
          <a:p>
            <a:r>
              <a:rPr lang="en-US" b="1" dirty="0" err="1"/>
              <a:t>Değerlendirme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Eğitim</a:t>
            </a:r>
            <a:r>
              <a:rPr lang="en-US" dirty="0"/>
              <a:t> </a:t>
            </a:r>
            <a:r>
              <a:rPr lang="en-US" dirty="0" err="1"/>
              <a:t>süreci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nihai</a:t>
            </a:r>
            <a:r>
              <a:rPr lang="en-US" dirty="0"/>
              <a:t> test </a:t>
            </a:r>
            <a:r>
              <a:rPr lang="en-US" dirty="0" err="1"/>
              <a:t>performansı</a:t>
            </a:r>
            <a:r>
              <a:rPr lang="en-US" dirty="0"/>
              <a:t>, </a:t>
            </a:r>
            <a:r>
              <a:rPr lang="en-US" dirty="0" err="1"/>
              <a:t>grafikler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raporlarla</a:t>
            </a:r>
            <a:r>
              <a:rPr lang="en-US" dirty="0"/>
              <a:t> </a:t>
            </a:r>
            <a:r>
              <a:rPr lang="en-US" dirty="0" err="1"/>
              <a:t>analiz</a:t>
            </a:r>
            <a:r>
              <a:rPr lang="en-US" dirty="0"/>
              <a:t> </a:t>
            </a:r>
            <a:r>
              <a:rPr lang="en-US" dirty="0" err="1"/>
              <a:t>edildi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75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68906-AFF1-1074-CCE7-B7244FE4B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EDA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DC8E71C-C8B7-CD60-ADF5-F22F42DD6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19" y="2079142"/>
            <a:ext cx="5766681" cy="33465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48656B-4CE6-0C39-7D15-5301AE3B6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1" y="2079142"/>
            <a:ext cx="5758018" cy="32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428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6C8DB-B210-F43C-8FB4-2E6F497F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1EE12-C287-2E8B-0963-056742DAD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Eğitim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Öncesi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İşlemler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522BD5-5BD1-54E7-EE2A-0FBB75829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658" y="1993445"/>
            <a:ext cx="5178554" cy="30848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CA9CDE-568E-0617-D4A4-27C112498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3223" y="1993445"/>
            <a:ext cx="6698777" cy="292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099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70A4A-26E8-5C95-7E1F-F7E37BEBD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5FC02-4AAC-33D4-70D4-BDDB78C53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Sonuçlar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37DA66-4F1A-C856-D921-8224144651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25" y="1538314"/>
            <a:ext cx="5514051" cy="47328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9BEF6A-A136-EBE3-9E01-2E637A6BC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080" y="2163171"/>
            <a:ext cx="5457170" cy="343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655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17D80-0BC8-CE72-EFF6-0DF2CEB8A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2. </a:t>
            </a:r>
            <a:r>
              <a:rPr lang="en-US" dirty="0" err="1">
                <a:solidFill>
                  <a:srgbClr val="FF0000"/>
                </a:solidFill>
              </a:rPr>
              <a:t>Yöntem</a:t>
            </a:r>
            <a:r>
              <a:rPr lang="en-US" dirty="0">
                <a:solidFill>
                  <a:srgbClr val="FF0000"/>
                </a:solidFill>
              </a:rPr>
              <a:t> (Machine Learning </a:t>
            </a:r>
            <a:r>
              <a:rPr lang="en-US" dirty="0" err="1">
                <a:solidFill>
                  <a:srgbClr val="FF0000"/>
                </a:solidFill>
              </a:rPr>
              <a:t>Algoritmaları</a:t>
            </a:r>
            <a:r>
              <a:rPr lang="en-US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01642-1621-5E39-DA47-F0AD97350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Veri </a:t>
            </a:r>
            <a:r>
              <a:rPr lang="en-US" b="1" dirty="0" err="1"/>
              <a:t>Hazırlama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Görüntülerden</a:t>
            </a:r>
            <a:r>
              <a:rPr lang="en-US" dirty="0"/>
              <a:t> </a:t>
            </a:r>
            <a:r>
              <a:rPr lang="en-US" dirty="0" err="1"/>
              <a:t>yüzler</a:t>
            </a:r>
            <a:r>
              <a:rPr lang="en-US" dirty="0"/>
              <a:t> </a:t>
            </a:r>
            <a:r>
              <a:rPr lang="en-US" dirty="0" err="1"/>
              <a:t>bulundu</a:t>
            </a:r>
            <a:r>
              <a:rPr lang="en-US" dirty="0"/>
              <a:t>, </a:t>
            </a:r>
            <a:r>
              <a:rPr lang="en-US" dirty="0" err="1"/>
              <a:t>işlendi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standartlaştırıldı</a:t>
            </a:r>
            <a:r>
              <a:rPr lang="en-US" dirty="0"/>
              <a:t>.</a:t>
            </a:r>
          </a:p>
          <a:p>
            <a:r>
              <a:rPr lang="en-US" b="1" dirty="0" err="1"/>
              <a:t>Özellik</a:t>
            </a:r>
            <a:r>
              <a:rPr lang="en-US" b="1" dirty="0"/>
              <a:t> </a:t>
            </a:r>
            <a:r>
              <a:rPr lang="en-US" b="1" dirty="0" err="1"/>
              <a:t>Çıkarımı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İşlenmiş</a:t>
            </a:r>
            <a:r>
              <a:rPr lang="en-US" dirty="0"/>
              <a:t> her </a:t>
            </a:r>
            <a:r>
              <a:rPr lang="en-US" dirty="0" err="1"/>
              <a:t>resimden</a:t>
            </a:r>
            <a:r>
              <a:rPr lang="en-US" dirty="0"/>
              <a:t> HOG </a:t>
            </a:r>
            <a:r>
              <a:rPr lang="en-US" dirty="0" err="1"/>
              <a:t>özellikleri</a:t>
            </a:r>
            <a:r>
              <a:rPr lang="en-US" dirty="0"/>
              <a:t> </a:t>
            </a:r>
            <a:r>
              <a:rPr lang="en-US" dirty="0" err="1"/>
              <a:t>çıkarıldı</a:t>
            </a:r>
            <a:r>
              <a:rPr lang="en-US" dirty="0"/>
              <a:t>.</a:t>
            </a:r>
          </a:p>
          <a:p>
            <a:r>
              <a:rPr lang="en-US" b="1" dirty="0" err="1"/>
              <a:t>Optimizasyon</a:t>
            </a:r>
            <a:r>
              <a:rPr lang="en-US" b="1" dirty="0"/>
              <a:t>:</a:t>
            </a:r>
            <a:r>
              <a:rPr lang="en-US" dirty="0"/>
              <a:t> </a:t>
            </a:r>
            <a:r>
              <a:rPr lang="en-US" dirty="0" err="1"/>
              <a:t>Özellikler</a:t>
            </a:r>
            <a:r>
              <a:rPr lang="en-US" dirty="0"/>
              <a:t> </a:t>
            </a:r>
            <a:r>
              <a:rPr lang="en-US" dirty="0" err="1"/>
              <a:t>StandardScaler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ölçeklendi</a:t>
            </a:r>
            <a:r>
              <a:rPr lang="en-US" dirty="0"/>
              <a:t>, PCA </a:t>
            </a:r>
            <a:r>
              <a:rPr lang="en-US" dirty="0" err="1"/>
              <a:t>ile</a:t>
            </a:r>
            <a:r>
              <a:rPr lang="en-US" dirty="0"/>
              <a:t> %95 </a:t>
            </a:r>
            <a:r>
              <a:rPr lang="en-US" dirty="0" err="1"/>
              <a:t>varyans</a:t>
            </a:r>
            <a:r>
              <a:rPr lang="en-US" dirty="0"/>
              <a:t> </a:t>
            </a:r>
            <a:r>
              <a:rPr lang="en-US" dirty="0" err="1"/>
              <a:t>korunarak</a:t>
            </a:r>
            <a:r>
              <a:rPr lang="en-US" dirty="0"/>
              <a:t> </a:t>
            </a:r>
            <a:r>
              <a:rPr lang="en-US" dirty="0" err="1"/>
              <a:t>boyut</a:t>
            </a:r>
            <a:r>
              <a:rPr lang="en-US" dirty="0"/>
              <a:t> </a:t>
            </a:r>
            <a:r>
              <a:rPr lang="en-US" dirty="0" err="1"/>
              <a:t>indirgendi</a:t>
            </a:r>
            <a:r>
              <a:rPr lang="en-US" dirty="0"/>
              <a:t>.</a:t>
            </a:r>
          </a:p>
          <a:p>
            <a:r>
              <a:rPr lang="en-US" b="1" dirty="0"/>
              <a:t>Model </a:t>
            </a:r>
            <a:r>
              <a:rPr lang="en-US" b="1" dirty="0" err="1"/>
              <a:t>Optimizasyonu</a:t>
            </a:r>
            <a:r>
              <a:rPr lang="en-US" b="1" dirty="0"/>
              <a:t>:</a:t>
            </a:r>
            <a:r>
              <a:rPr lang="en-US" dirty="0"/>
              <a:t> SVM</a:t>
            </a:r>
            <a:r>
              <a:rPr lang="en-US" b="1" dirty="0"/>
              <a:t>, </a:t>
            </a:r>
            <a:r>
              <a:rPr lang="en-US" dirty="0" err="1"/>
              <a:t>RandomForest</a:t>
            </a:r>
            <a:r>
              <a:rPr lang="en-US" b="1" dirty="0"/>
              <a:t> </a:t>
            </a:r>
            <a:r>
              <a:rPr lang="en-US" dirty="0" err="1"/>
              <a:t>ve</a:t>
            </a:r>
            <a:r>
              <a:rPr lang="en-US" b="1" dirty="0"/>
              <a:t> </a:t>
            </a:r>
            <a:r>
              <a:rPr lang="en-US" dirty="0" err="1"/>
              <a:t>XGBoost</a:t>
            </a:r>
            <a:r>
              <a:rPr lang="en-US" dirty="0"/>
              <a:t> </a:t>
            </a:r>
            <a:r>
              <a:rPr lang="en-US" dirty="0" err="1"/>
              <a:t>modelleri</a:t>
            </a:r>
            <a:r>
              <a:rPr lang="en-US" dirty="0"/>
              <a:t> </a:t>
            </a:r>
            <a:r>
              <a:rPr lang="en-US" dirty="0" err="1"/>
              <a:t>GridSearchCV</a:t>
            </a:r>
            <a:r>
              <a:rPr lang="en-US" dirty="0"/>
              <a:t> 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iyi </a:t>
            </a:r>
            <a:r>
              <a:rPr lang="en-US" dirty="0" err="1"/>
              <a:t>hiperparametreler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eğitildi</a:t>
            </a:r>
            <a:r>
              <a:rPr lang="en-US" dirty="0"/>
              <a:t>.</a:t>
            </a:r>
          </a:p>
          <a:p>
            <a:r>
              <a:rPr lang="en-US" b="1" dirty="0" err="1"/>
              <a:t>Değerlendirme</a:t>
            </a:r>
            <a:r>
              <a:rPr lang="en-US" b="1" dirty="0"/>
              <a:t>:</a:t>
            </a:r>
            <a:r>
              <a:rPr lang="en-US" dirty="0"/>
              <a:t> Test </a:t>
            </a:r>
            <a:r>
              <a:rPr lang="en-US" dirty="0" err="1"/>
              <a:t>verisi</a:t>
            </a:r>
            <a:r>
              <a:rPr lang="en-US" dirty="0"/>
              <a:t> </a:t>
            </a:r>
            <a:r>
              <a:rPr lang="en-US" dirty="0" err="1"/>
              <a:t>üzerinde</a:t>
            </a:r>
            <a:r>
              <a:rPr lang="en-US" dirty="0"/>
              <a:t> </a:t>
            </a:r>
            <a:r>
              <a:rPr lang="en-US" dirty="0" err="1"/>
              <a:t>yapılan</a:t>
            </a:r>
            <a:r>
              <a:rPr lang="en-US" dirty="0"/>
              <a:t> </a:t>
            </a:r>
            <a:r>
              <a:rPr lang="en-US" dirty="0" err="1"/>
              <a:t>karşılaştırmada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yüksek</a:t>
            </a:r>
            <a:r>
              <a:rPr lang="en-US" dirty="0"/>
              <a:t> </a:t>
            </a:r>
            <a:r>
              <a:rPr lang="en-US" dirty="0" err="1"/>
              <a:t>performansı</a:t>
            </a:r>
            <a:r>
              <a:rPr lang="en-US" dirty="0"/>
              <a:t> SVM </a:t>
            </a:r>
            <a:r>
              <a:rPr lang="en-US" dirty="0" err="1"/>
              <a:t>modelinin</a:t>
            </a:r>
            <a:r>
              <a:rPr lang="en-US" dirty="0"/>
              <a:t> </a:t>
            </a:r>
            <a:r>
              <a:rPr lang="en-US" dirty="0" err="1"/>
              <a:t>gösterdiği</a:t>
            </a:r>
            <a:r>
              <a:rPr lang="en-US" dirty="0"/>
              <a:t> </a:t>
            </a:r>
            <a:r>
              <a:rPr lang="en-US" dirty="0" err="1"/>
              <a:t>bulundu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363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D7595-A754-144D-2A93-19BDE2105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B95F3-284A-C6FF-4BC3-342708E55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EDA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2D371-B4AC-F6F0-4782-769BE6F6C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041" y="1546216"/>
            <a:ext cx="7647420" cy="50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597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EA168-0DD5-7362-F38F-9A84A2CC4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9E5A1-A21A-6AB4-22C3-04F287A14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EDA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F176D8-9B3F-0FE0-9550-00D969A1AE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44" y="2429301"/>
            <a:ext cx="5906856" cy="3792545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871801-05E6-77A3-8B19-37D035E59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890" y="2429301"/>
            <a:ext cx="5829410" cy="379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374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D32CA-1AD7-FFCA-8C27-6117AD5B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6793-C394-B488-0EF8-F829FFC3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EDA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24FFD6-565E-0136-C2EB-C99A60855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222" y="1505669"/>
            <a:ext cx="8408655" cy="535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829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DCBF-C580-BF02-1B05-D2EA43E3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Eğitim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Öncesi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İşlemler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F853D3-F496-CCCA-6A16-2453AFBDA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78" y="1610436"/>
            <a:ext cx="2946217" cy="50360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75B559-9F06-8921-7922-2BD00862F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6095" y="2292252"/>
            <a:ext cx="5546809" cy="113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EB04D2-36A3-AB70-89FB-6EE1C8B96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095" y="3955296"/>
            <a:ext cx="5610824" cy="211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624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C9AF8-F994-6A15-0DAA-FC889DECF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4DBA4-371F-DB3B-1BA0-77162FB0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Sonuçlar</a:t>
            </a:r>
            <a:r>
              <a:rPr lang="en-US" dirty="0">
                <a:solidFill>
                  <a:srgbClr val="FF0000"/>
                </a:solidFill>
              </a:rPr>
              <a:t> – Random Forest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8EEC9C-1B97-03CF-2A72-9F0561106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912" y="2162596"/>
            <a:ext cx="4802463" cy="35627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387F05-C921-881C-F3D1-B3E48BF77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90" y="1690688"/>
            <a:ext cx="5720685" cy="496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748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73EE2-FB22-9686-2A29-4088E5F2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81D5C-2AAC-00BC-F6D2-E08F96DE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Sonuçlar</a:t>
            </a:r>
            <a:r>
              <a:rPr lang="en-US" dirty="0">
                <a:solidFill>
                  <a:srgbClr val="FF0000"/>
                </a:solidFill>
              </a:rPr>
              <a:t> - SVM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EBC143-0301-7C37-EBF4-81D2C10E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56" y="1478436"/>
            <a:ext cx="6033448" cy="523626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938864-6653-60F6-5FBC-95D70233B4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824" y="2302804"/>
            <a:ext cx="5438430" cy="37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07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F241C-D1B8-7756-46E8-02A2B8DCE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E6437-9A3E-2084-D7FE-965CA887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Sonuçlar</a:t>
            </a:r>
            <a:r>
              <a:rPr lang="en-US" dirty="0">
                <a:solidFill>
                  <a:srgbClr val="FF0000"/>
                </a:solidFill>
              </a:rPr>
              <a:t> – Gradient Boost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79FDEF-ECE9-D2DA-165C-5C62D3A4C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248761"/>
            <a:ext cx="5274591" cy="36897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173A33-D7BD-098D-DE58-2F7888E84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46" y="1548661"/>
            <a:ext cx="5864912" cy="508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689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BFED-35A5-369E-7AFE-A1F150B76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Sonuçlar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9F0DD5-852C-2872-A310-3F47A517C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8180" y="3177596"/>
            <a:ext cx="5438108" cy="213909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86438F-1266-F53B-8940-DF3F713EE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098" y="2070615"/>
            <a:ext cx="6286195" cy="4353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20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237</TotalTime>
  <Words>242</Words>
  <Application>Microsoft Office PowerPoint</Application>
  <PresentationFormat>Widescreen</PresentationFormat>
  <Paragraphs>34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Yüz İfadelerinin Sınıflandırılması ve Gerçek Zamanlı Tahmini</vt:lpstr>
      <vt:lpstr>Proje Amacı</vt:lpstr>
      <vt:lpstr>Kullanılan Datasetler</vt:lpstr>
      <vt:lpstr>1. Yöntem (CNN)</vt:lpstr>
      <vt:lpstr>EDA</vt:lpstr>
      <vt:lpstr>Eğitim Öncesi İşlemler</vt:lpstr>
      <vt:lpstr>Sonuçlar</vt:lpstr>
      <vt:lpstr>2. Yöntem (Machine Learning Algoritmaları)</vt:lpstr>
      <vt:lpstr>EDA</vt:lpstr>
      <vt:lpstr>EDA</vt:lpstr>
      <vt:lpstr>EDA</vt:lpstr>
      <vt:lpstr>Eğitim Öncesi İşlemler</vt:lpstr>
      <vt:lpstr>Sonuçlar – Random Forest</vt:lpstr>
      <vt:lpstr>Sonuçlar - SVM</vt:lpstr>
      <vt:lpstr>Sonuçlar – Gradient Boost</vt:lpstr>
      <vt:lpstr>Sonuçlar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İlbey Efe Taşabatlı</dc:creator>
  <cp:lastModifiedBy>İlbey Efe Taşabatlı</cp:lastModifiedBy>
  <cp:revision>3</cp:revision>
  <dcterms:created xsi:type="dcterms:W3CDTF">2025-07-30T04:39:42Z</dcterms:created>
  <dcterms:modified xsi:type="dcterms:W3CDTF">2025-07-30T08:37:12Z</dcterms:modified>
</cp:coreProperties>
</file>